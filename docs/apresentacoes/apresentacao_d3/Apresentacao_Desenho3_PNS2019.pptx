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DADOS EM SAÚDE · PNS 2019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3 — o eixo nutricional sob controle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intra-artrite: a dieta acompanha a carga de comorbidade?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IRNI (índice inflamatório adaptado) · controle negativo · triangulação dos três desenhos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38404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Dr. Luis Enrique Zárate — PUC Minas (LICAP)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 · O PROBLEMA NUTRICIONAL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nutrição saiu fraca nos Desenhos 1 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2377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1 — Artrite pura × Saudável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diferença alimentar relevante.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13 itens, só Frutas (medianas empatadas 5=5) e Feijão (1 dia) — e nenhum pró-inflamatório (refri, doces, carne) difere.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440680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83080"/>
            <a:ext cx="82296" cy="2377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2 — Artrite+comorbidade × Saudável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forte, mas contraintuitivo.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 itens significativos no sentido “mais saudável” nos artríticos (mais frutas/verduras, menos refri/carne) → causalidade reversa por manejo das comorbidades.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115568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817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sobra: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do D2 é causal ou é só efeito de comparar doentes com saudáveis? Para responder, é preciso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segurar a artrite constante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isso que o Desenho 3 faz.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· TRIANGULAÇÃO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recortes, três confundidores diferentes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75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361188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Artrite pura × Saudável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confundidor de comorbidade, mas reverso de artrite + n pequeno (494).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61188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75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361188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Artrite+comorb. × Saudável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confundidores juntos: artrite E comorbidade modificam a dieta.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36118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975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2560320"/>
            <a:ext cx="361188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Intra-artrite (todos têm artrite)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3611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 a artrite constante → isola o gradiente de comorbidade. É o foco de hoje.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572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direção do sinal nutricional for estável nos três recortes, é robustez; se mudar, aprende-se qual confundidor domina. O D3 é a peça que faltava para fechar a triangulação.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A COORTE DO DESENHO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entra: só idosos com artrite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= 1 (tem ≥1 comorbidade)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= 0 (artrite isolada)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artrite + qualquer das 13 doenças Q*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artrite e nenhuma outra (= base do D1)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12,3%  (razão 7,15 :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0624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4206240"/>
            <a:ext cx="82296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43708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aplicada: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passou a contar as 13 comorbidades (faltavam Q088/DORT e Q128/outra crônica). Antes, 97 artríticos eram contados como “isolados” por engano (591); agora batem com os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 canônicos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idosos_artrite_puro.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39496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4315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não é “tem artrite” (todos têm) — é “tem comorbidade”. Anti-leakage: as 13 doenças Q* que definem o alvo ficam fora das features. n_comorbidade é eixo de desfecho, não preditor.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DUAS LENTES PARA O PADRÃO ALIMENTAR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IRNI (a priori) + Cluster (a posteriori)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468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IRNI — índice a priori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adaptado do Dietary Inflammatory Index (Shivappa, 2014). IRNI = Σ(peso × z-item) sobre 12 itens. + pró-inflamatório / − anti. Dois esquemas de peso (graded e direção) para robustez.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11880" cy="2468880"/>
          </a:xfrm>
          <a:prstGeom prst="rect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0848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— a posteriori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8803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nos 12 itens (z-score), k por silhueta, rótulo ordinal pelo escore pró do centróide. Captura padrões não-lineares que o IRNI (linear) não pega.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03920" y="1828800"/>
            <a:ext cx="3611880" cy="24688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20848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QUADRANTE — aposentado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0" y="28803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antigo Padrao_Alimentar (mediana → 4 quadrantes) sai: redundante com IRNI+cluster e reintroduziria a diluição de importância.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vazamento: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do IRNI e ajuste do k-means são feitos in-fold (só no treino) no NB06; a versão da base é descritiva (alvo-cega).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DESENHO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Dose-resposta dentro da doença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“Entre idosos brasileiros com artrite, uma dieta mais pró-inflamatória acompanha maior carga de multimorbidade?”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pergunta DIFERENTE de “dieta → artrite”: aqui todos já têm artrite. Mede-se a associação IRNI × n_comorbidades — total e, como controle, só as comorbidades NÃO-dietéticas (que não recebem orientação alimentar).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1572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central do D3 não é um classificador (494 é pouco e enviesado), e sim este gradiente associativo — coerente, citável e publicável por si só.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 · ENTREGA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gradiente IRNI × carga é nulo</a:t>
            </a:r>
            <a:endParaRPr lang="en-US" sz="2800" dirty="0"/>
          </a:p>
        </p:txBody>
      </p:sp>
      <p:pic>
        <p:nvPicPr>
          <p:cNvPr id="4" name="Image 0" descr="figuras/etapa13_gradiente_irni_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332" y="1645920"/>
            <a:ext cx="9040856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37760"/>
            <a:ext cx="10972800" cy="868680"/>
          </a:xfrm>
          <a:prstGeom prst="rect">
            <a:avLst/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0566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IRNI × n_comorbidades: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≈ −0,02 (graded e direção; total e não-dietética), todos com p &gt; 0,10.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tendência dose-resposta.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 · O NULO NÃO ESTÁ MASCARADO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Robustez: três checagens, mesmo nulo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(a) Contraste direto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do IRNI entre artrite pura e com comorbidade: p = 0,16 (graded) / 0,10 (direção) → ns.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36118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28800"/>
            <a:ext cx="82296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(b) Tendência por carga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IRNI médio ao longo dos níveis 0,1,2,3+ de comorbidade: sem monotonia (Spearman ns).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503920" y="1828800"/>
            <a:ext cx="36118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828800"/>
            <a:ext cx="82296" cy="2651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(c) Por item alimentar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2697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 itens “significativos” pelo n gigante, mas |rho| &lt; 0,07 (magnitude desprezível) e em direção REVERSA: menos doces/refri/carne com mais carga.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0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nulo é real, não artefato de baixa potência: nem o contraste direto, nem a tendência, nem os itens isolados mostram um gradiente pró-inflamatório → carga. O pouco que aparece é trivial e reverso.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 · TESTE DE FALSIFICAÇÃO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negativo: e se for manejo da comorbidade?</a:t>
            </a:r>
            <a:endParaRPr lang="en-US" sz="3000" dirty="0"/>
          </a:p>
        </p:txBody>
      </p:sp>
      <p:pic>
        <p:nvPicPr>
          <p:cNvPr id="4" name="Image 0" descr="figuras/etapa13c_controle_negativo_ir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766560" cy="2693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hipótese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0" y="2286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dieta “melhor” fosse manejo da comorbidade, o IRNI deveria cair só nos que têm comorbidade </a:t>
            </a:r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dietética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(HAS/DM/colesterol/cardíaca).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pura (494) · B = só não-dietética (351) · C = ≥1 dietética (3.180)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p = 0,33.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par significativo (A vs C, o mais próximo, p = 0,15).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7607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7972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alimentar do D2 NÃO é isolável como manejo dietético: dentro dos artríticos, o IRNI não muda com o tipo de comorbidade. A direção até sugere manejo (A&gt;B&gt;C), mas sem significância.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4 · A SEGUNDA LENTE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alimentar: padrões pouco nítidos</a:t>
            </a:r>
            <a:endParaRPr lang="en-US" sz="3000" dirty="0"/>
          </a:p>
        </p:txBody>
      </p:sp>
      <p:pic>
        <p:nvPicPr>
          <p:cNvPr id="4" name="Image 0" descr="figuras/etapa13d_cluster_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035040" cy="3556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0" y="23317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(por silhueta), mas silhueta = 0,12 —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dieta não forma grupos nítidos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(achado em si).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carga média mal difere entre clusters (2,26 vs 2,13; p = 0,003 pelo n), e o cluster MAIS pró-inflamatório tem carga LIGEIRAMENTE menor — de novo, reverso.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57607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7972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lente a posteriori (cluster) concorda com a a priori (IRNI): não há padrão alimentar que concentre, de forma relevante, maior carga de comorbidade.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· TRIANGULAÇÃO DOS TRÊS DESENHOS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sinal nutricional só aparece no D2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alimentar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(puro × saud.)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(comorb × saud.)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(intra-artrite)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 (medianas =)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Verduras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Carne vermelha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Feijão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IRNI × carga / tipo / cluster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ns (nulo)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4068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4772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quase sem dieta; D2 forte mas é contraste doente×saudável; D3 segura a artrite e o sinal some. Direção consistente entre os três: nada de dose-resposta intra-doença.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NB03c · Desenho 3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nulo honesto do Desenho 3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98424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eixo nutricional é fraco/nulo quando controlado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IRNI×carga, contraste direto, controle negativo e cluster: todos ns no recorte intra-artrite.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16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sinal do D2 é entre-grupos, não dose-resposta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33192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alimentar do D2 vem de comparar doentes com saudáveis; some quando se segura a artrite (D3).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9593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9044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metodologicamente defensável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difícil de um revisor derrubar do que afirmar “dieta causa artrite”: o trabalho mostra o limite honesto do dado transversal.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94690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8920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Coerente com toda a história do projeto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5294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 reversa + alta imputação dos itens (57–74%) + corte transversal explicam o nulo.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→ NB06: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IRNI e cluster in-fold na modelagem (D1/D2); o D3 entra como triangulação descritiva.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Desenho 3 — Eixo nutricional · PNS 2019 Artrite</dc:title>
  <dc:subject>PptxGenJS Presentation</dc:subject>
  <dc:creator>Pedro Dias Soares</dc:creator>
  <cp:lastModifiedBy>Pedro Dias Soares</cp:lastModifiedBy>
  <cp:revision>1</cp:revision>
  <dcterms:created xsi:type="dcterms:W3CDTF">2026-06-22T21:28:21Z</dcterms:created>
  <dcterms:modified xsi:type="dcterms:W3CDTF">2026-06-22T21:28:21Z</dcterms:modified>
</cp:coreProperties>
</file>